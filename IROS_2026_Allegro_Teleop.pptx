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Vision-Based Teleoperation Pipeline for Multi-DoF Robotic Hands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Markerless, Low-Latency Retargeting and Hardware-Safe Control in ROS 2</a:t>
            </a:r>
          </a:p>
          <a:p/>
          <a:p>
            <a:r>
              <a:t>Hyunsu Lee</a:t>
            </a:r>
          </a:p>
          <a:p>
            <a:r>
              <a:t>Wonik Robotics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 &amp;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Challenge: 비전 노이즈와 프레임 드롭으로 인한 모터 파손 및 하드웨어 손상 위험</a:t>
            </a:r>
          </a:p>
          <a:p>
            <a:pPr/>
            <a:r>
              <a:t>Our Approach:</a:t>
            </a:r>
          </a:p>
          <a:p>
            <a:pPr lvl="1"/>
            <a:r>
              <a:t>Markerless &amp; Intuitive: 단일 RGB 카메라 기반 직관적 원격 조작 파이프라인 구축</a:t>
            </a:r>
          </a:p>
          <a:p>
            <a:pPr lvl="1"/>
            <a:r>
              <a:t>Engineering for Robustness: 100 Hz로 안전하게 제어하는 시스템 설계에 집중</a:t>
            </a:r>
          </a:p>
          <a:p>
            <a:pPr lvl="1"/>
            <a:r>
              <a:t>Foundation for Embodied AI: VLA 모델 학습용 Human Demonstration 데이터 수집 인프라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(End-to-End Pipeline)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Fully Containerized Environment: ROS 2 Humble 기반 Docker 단일화로 재현성 확보</a:t>
            </a:r>
          </a:p>
          <a:p>
            <a:pPr/>
            <a:r>
              <a:t>3-Stage Data Flow:</a:t>
            </a:r>
          </a:p>
          <a:p>
            <a:pPr lvl="1"/>
            <a:r>
              <a:t>Perception: MediaPipe 기반 3D 랜드마크 추출 (30 FPS)</a:t>
            </a:r>
          </a:p>
          <a:p>
            <a:pPr lvl="1"/>
            <a:r>
              <a:t>Processing: 벡터 내적 기반 관절 각도 변환 및 1차 기구학적 클램핑</a:t>
            </a:r>
          </a:p>
          <a:p>
            <a:pPr lvl="1"/>
            <a:r>
              <a:t>Control: 100 Hz 제어 루프 내 EMA 필터를 거쳐 물리 하드웨어(CAN 버스)로 토크 전달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3D Skeleton Tracking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극단적인 Low-Latency 확보를 위한 경량화 비전 파이프라인</a:t>
            </a:r>
          </a:p>
          <a:p>
            <a:pPr/>
            <a:r>
              <a:t>Implementation:</a:t>
            </a:r>
          </a:p>
          <a:p>
            <a:pPr lvl="1"/>
            <a:r>
              <a:t>MediaPipe Hands 솔루션 채택으로 실시간 연산 최적화</a:t>
            </a:r>
          </a:p>
          <a:p>
            <a:pPr lvl="1"/>
            <a:r>
              <a:t>Custom Topology Mapping: 21개 랜드마크 중 새끼손가락 데이터 의도적 Drop</a:t>
            </a:r>
          </a:p>
          <a:p>
            <a:pPr lvl="1"/>
            <a:r>
              <a:t>손목 및 엄지~약지 17개 포인트의 3D 좌표만 추출하여 51차원 데이터로 압축 발행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&amp; 3: Retargeting &amp; Hardware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Kinematics via Vector Math:</a:t>
            </a:r>
          </a:p>
          <a:p>
            <a:pPr lvl="1"/>
            <a:r>
              <a:t>인접 뼈대(Phalanx) 벡터 간의 내적 연산을 통해 굽힘 및 벌림 각도 산출</a:t>
            </a:r>
          </a:p>
          <a:p>
            <a:pPr/>
            <a:r>
              <a:t>Double Safety Mechanism (Hardware Protection):</a:t>
            </a:r>
          </a:p>
          <a:p>
            <a:pPr lvl="1"/>
            <a:r>
              <a:t>Static Safety: 물리적 관절 한계(Joint Limit) 내로 제어 신호 클램핑</a:t>
            </a:r>
          </a:p>
          <a:p>
            <a:pPr lvl="1"/>
            <a:r>
              <a:t>Dynamic Safety: 제어 브릿지 노드에 지수 이동 평균(EMA) 로우패스 필터 도입 (alpha=0.15)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IROS Live Demo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Interactive Demo:</a:t>
            </a:r>
          </a:p>
          <a:p>
            <a:pPr lvl="1"/>
            <a:r>
              <a:t>관람객의 손을 실시간 추종하는 RViz2 시뮬레이션 및 Allegro V4 동시 시연</a:t>
            </a:r>
          </a:p>
          <a:p>
            <a:pPr/>
            <a:r>
              <a:t>Scalability (Hardware Migration):</a:t>
            </a:r>
          </a:p>
          <a:p>
            <a:pPr lvl="1"/>
            <a:r>
              <a:t>ROS 2 기반 통신/제어 뼈대를 향후 5지(5-finger) 로봇 핸드에 즉각 이식</a:t>
            </a:r>
          </a:p>
          <a:p>
            <a:pPr/>
            <a:r>
              <a:t>Data Collector for VLA Models:</a:t>
            </a:r>
          </a:p>
          <a:p>
            <a:pPr lvl="1"/>
            <a:r>
              <a:t>고주파수(100Hz) 텔레오퍼레이션을 활용한 객체 조작 데이터 수집 및 VLA 모델 학습 직결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